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B-FIT GYM MANAGER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Gym Management in Kenya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Moses Kamau | C025-01-2511/2021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Capstone Project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Dedan Kimathi University of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Inspired This Project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2023: Witnessed a dispute at my gym over payment records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Manual paper-based system, handwritten ledgers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showed 70% of Kenyan gyms still use manual processes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Lost data, no transparency, time-consuming, error-prone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solutions: Too expensive, not integrated with M-Pesa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B-FIT GYM Manager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web application for comprehensive gym management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Affordable, simple-to-use, designed for Kenyan context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M-Pesa payment gateway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based attendance tracking (no expensive hardware)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for managers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80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Member Management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8872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profiles, subscriptions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801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0" y="1280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M-Pesa Integration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11480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mobile payments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8016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40880" y="1280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 Attendance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04088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check-in/check-out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3464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Merchandise Sales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18872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gym equipment sales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834640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114800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Feedback System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11480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services and trainers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834640"/>
            <a:ext cx="365760" cy="3657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040880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704088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463040"/>
            <a:ext cx="39319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754880" y="1463040"/>
            <a:ext cx="39319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- UI framework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approach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937760" y="21945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database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Daraja API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 JOURNEY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3152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44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Feb-Mar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1234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interviews, gym observations, requirements gathering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73152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130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920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database design, UI mockups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8163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May-Dec 2025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606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backend coding, API integration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73152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5021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291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testing, bug 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73152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187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3977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implementation, documentation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&amp; BENEFITS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463040"/>
            <a:ext cx="39319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754880" y="1463040"/>
            <a:ext cx="39319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Gym Managers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errors and paperwork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financial tracking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decision-making with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savings on admin tasks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Gym Members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937760" y="21945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mobile payments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QR check-in/out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subscription tracking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through feedback system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OVERCOME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Creep: Initially wanted too many features; learned to prioritize core functionality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Hurdles: CORS errors blocked frontend-backend communication for days; solved through developer forums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Management: Balanced capstone with other final-year courses through disciplined scheduling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Feedback: Initially defensive about criticism; learned to view it as improvement opportunity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Integration: Daraja API documentation challenges; persevered through trial and error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 (Android &amp; iOS)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M-Pesa Daraja API integration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and reporting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booking and scheduling system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trainer assignment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subscription reminders via SMS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Moses Kamau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C025-01-2511/2021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Mbuki Maina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B-FIT GYM Manager</dc:title>
  <dc:subject>PptxGenJS Presentation</dc:subject>
  <dc:creator>Moses Kamau</dc:creator>
  <cp:lastModifiedBy>Moses Kamau</cp:lastModifiedBy>
  <cp:revision>1</cp:revision>
  <dcterms:created xsi:type="dcterms:W3CDTF">2026-01-30T14:06:54Z</dcterms:created>
  <dcterms:modified xsi:type="dcterms:W3CDTF">2026-01-30T14:06:54Z</dcterms:modified>
</cp:coreProperties>
</file>