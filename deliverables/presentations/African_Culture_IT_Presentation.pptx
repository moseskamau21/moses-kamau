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644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 CULTURE &amp; IT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in the Kenyan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Information Technology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 Kimathi University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AFRICA'S TECH REVOLUTION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Path to Digital Transformation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is not simply adopting Western technology - we're innovating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development: 70% smartphone penetration in urban Kenya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Leapfrogging traditional infrastructure (e.g., skipping landlines to mobile)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Community-centered design: technology that fits our social fabric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built for African realities: power outages, connectivity challenges, affordability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M-PESA: HOMEGROWN INNOVATION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in Contextual Technology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393192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million users in Kenya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Kenya's GDP flows through M-Pesa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Lifted 2% of Kenyans out of poverty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replicated in 10+ countries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Worked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37760" y="2651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basic phones, not smartphones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without internet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transaction fees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real African problem: banking the unbanked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IN TECHNOLOGY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because we are"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 Design: Technology that strengthens social bonds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Problem-Solving: Open-source development aligns with Ubuntu values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Success: One person's digital access benefits their entire community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Example: Mobile money agents who serve entire villages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as Enabler: Tools that help communities thrive together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TRANSFORMING AFRICAN SECTORS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Fintech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2743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M-Pesa, mobile banking, digital lending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2608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6459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608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EdTech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017520" y="2743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learning, online classes, skill training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93776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645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HealthTech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29200" y="2743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Telemedicine, health records, appointment systems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949440" y="1371600"/>
            <a:ext cx="164592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6459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AgriTech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040880" y="2743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monitoring, market access, weather info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 CONTEXT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That Shape Our Solutions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Connectivity: Unreliable internet means offline-first design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Frequent outages require low-battery solutions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Affordability: Solutions must be accessible to low-income users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Literacy: Interfaces need to work for users with varying education levels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Multi-lingual support is essential (English, Swahili, local languages)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Digital adoption requires building confidence in new systems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6691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APPLYING THESE PRINCIPLES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B-FIT GYM Manager Embodies African Tech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Mobile-First: Works seamlessly on smartphones, the primary device for Kenyans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Integration: Uses payment method 95% of Kenyans already trust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Affordable: No expensive hardware (QR codes instead of biometrics)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Interface: Designed for users with varying tech literacy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Local Problem: Built for small Kenyan gyms, not international chains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Impact: Helps local businesses thrive digitally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AFRICAN IT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for Africa, by Africans: Homegrown solutions that understand our context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Leadership: 60% of Africa's population is under 25 - a digital generation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Learning: Applied to African challenges (crop disease, language translation)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Hubs: Growth of innovation centers in Nairobi, Lagos, Cape Town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Influence: African tech innovations inspiring solutions worldwide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COMMITMENT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African IT Professional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technology that serves African communities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with local context: affordability, accessibility, appropriateness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the next generation of African developers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open-source projects that benefit all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the narrative that Africa only consumes technology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the best solutions for Africa come from Africans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AFRICA'S DIGITAL FUTURE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mobile-first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community-centered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being built by us, for 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Moses Kamau | Dedan Kimathi University of Technology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551</Words>
  <Application>Microsoft Office PowerPoint</Application>
  <PresentationFormat>On-screen Show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Culture and IT: Digital Transformation in Kenya</dc:title>
  <dc:subject>PptxGenJS Presentation</dc:subject>
  <dc:creator>Moses Kamau</dc:creator>
  <cp:lastModifiedBy>moses kamau</cp:lastModifiedBy>
  <cp:revision>2</cp:revision>
  <dcterms:created xsi:type="dcterms:W3CDTF">2026-01-30T14:08:09Z</dcterms:created>
  <dcterms:modified xsi:type="dcterms:W3CDTF">2026-01-31T17:51:30Z</dcterms:modified>
</cp:coreProperties>
</file>