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6118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JOURNEY IN TECHNOLOGY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Curious Child to IT Developer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MOSES KAMAU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C025-01-2511/2021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Dedan Kimathi University of Technology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BEGINNING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All Started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20116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in 1999 in Othaya, Kenya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encounter with technology: watching my father repair our home radio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Fascinated by how voices came through radio waves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up during Kenya's digital revolution (M-Pesa, cyber cafés)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PRIMARY SCHOOL: FIRST STEPS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Teresa Kanyange Academy (2005-2013)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20116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computer experience in Class 4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donated computers from government program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Microsoft Paint and typing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Became the class 'computer expert' after recovering deleted files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lunch money at internet cafés playing Solitaire and Minesweeper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SECONDARY SCHOOL: SELF-TAUGHT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Kagumo High School (2014-2017)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20116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Officially studying Agriculture (no Computer Studies spot available)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free time in computer lab teaching myself to code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my first program: a simple calculator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 Kenya's tech scene explode with new apps and smartphones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Knew my future was in technology, not agriculture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UNIVERSITY: TRANSFORMATION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Dedan Kimathi University (2021-2026)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20116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Initially joined JKUAT for Industrial Mathematics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courage to drop out and start fresh in IT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C++, Database Systems, Web Development, Mobile Apps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to online learning during COVID-19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real projects: Student Management System, Church Donation Tracker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B-FIT GYM MANAGER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Final Year Capstone Project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20116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Local gyms struggling with manual paper-based systems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Mobile-first gym management application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Member registration, M-Pesa payments, QR attendance, merchandise sales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Technologies: React.js, Node.js, Express, JSON database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Solving real problems for local businesses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LESSONS LEARNED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3108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754880" y="1280160"/>
            <a:ext cx="3931920" cy="3108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Skills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 &amp; integration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implementation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463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Soft Skills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201168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User-centric design thinking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with stakeholders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mindset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TECHNOLOGY PHILOSOPHY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should serve people, not the other way around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solutions are local solutions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design benefits everyone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 is the most important skill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beats competition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tech comes with real responsibility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JOURNEY CONTINUES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consumer to creator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student to developer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theory to practice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Moses Kamau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C025-01-2511/2021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Dedan Kimathi University of Technology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</Words>
  <Application>Microsoft Office PowerPoint</Application>
  <PresentationFormat>On-screen Show (16:9)</PresentationFormat>
  <Paragraphs>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Journey in Technology</dc:title>
  <dc:subject>PptxGenJS Presentation</dc:subject>
  <dc:creator>Moses Kamau</dc:creator>
  <cp:lastModifiedBy>moses kamau</cp:lastModifiedBy>
  <cp:revision>1</cp:revision>
  <dcterms:created xsi:type="dcterms:W3CDTF">2026-01-30T14:05:27Z</dcterms:created>
  <dcterms:modified xsi:type="dcterms:W3CDTF">2026-01-31T17:46:22Z</dcterms:modified>
</cp:coreProperties>
</file>