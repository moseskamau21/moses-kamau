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YOUTH EMPOWERMENT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 TECHNOLOGY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Challenges and Digital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Information 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in Kenya Face Multiple Barriers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Unemployment: 67% of unemployed Kenyans are youth (ages 18-34)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Gap: Education system often doesn't match market demands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Access: Rural youth lack access to quality education and training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Divide: Not everyone has equal access to technology and internet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Barriers: Limited capital, mentorship, and networks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TECHNOLOGY IS THE ANSWER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Mobile phones reach even remote areas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Digital solutions can reach millions at low cost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Learn and work from anywhere, anytime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Tech skills are highly demanded globally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Entrepreneurship: Low barrier to entry for digital businesses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Equality: Merit-based field where talent matters more than background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EMPOWERMENT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Literacy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8346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computer skills for all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2608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60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Education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017520" y="28346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design, data skills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93776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45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Employment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29200" y="28346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readiness &amp; placement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94944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459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Entrepreneurship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040880" y="28346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support &amp; mentorship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1: DIGITAL LITERACY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Foundation Skills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393192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Teach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computer operation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navigation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communication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safety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office software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Deliver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37760" y="2651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centers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training labs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courses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teaching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learning apps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2: TECH EDUCATION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Skills for Youth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Programming: Web development, mobile apps, Python, JavaScript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UI/UX design, graphic design, video editing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Skills: Excel, data analysis, SQL, basic data science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Marketing: Social media, content creation, SEO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Cybersecurity: Network security, ethical hacking basics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Management: Agile methodologies, collaboration tools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PILLARS 3 &amp; 4: JOBS &amp; STARTUPS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readiness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CV/portfolio building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placements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Freelancing platforms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opportunities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Entrepreneurship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937760" y="21945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seed funding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programs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Incubator/accelerator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events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Co-working spaces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STORIES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from Kenya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Ajira Digital Program: Trained 300,000+ youth in digital work, created 150,000+ jobs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Moringa School: Coding bootcamp graduates earning 5x their previous salary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Nailab: Incubated 150+ startups, created 1,500+ jobs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 Program: Equipped 1 million youth with basic IT skills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in Tech: Connected young developers with international remote opportunities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SOLUTION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 Tech Learning Centers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Establish tech hubs in every sub-county, not just cities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Training: Basic digital literacy to advanced coding courses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Equipped Labs: Computers, internet, learning materials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Mentorship: Connect youth with working professionals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Placement: Partner with companies for internships and jobs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Support: Incubation space and seed funding for young entrepreneurs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Units: Rotating labs for remote areas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972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TIME IS NOW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young person deserves access to technology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community can be a tech hub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 can empower a generation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C025-01-2511/2021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Youth Empowerment Through Technology</dc:title>
  <dc:subject>PptxGenJS Presentation</dc:subject>
  <dc:creator>Moses Kamau</dc:creator>
  <cp:lastModifiedBy>Moses Kamau</cp:lastModifiedBy>
  <cp:revision>1</cp:revision>
  <dcterms:created xsi:type="dcterms:W3CDTF">2026-01-30T14:09:27Z</dcterms:created>
  <dcterms:modified xsi:type="dcterms:W3CDTF">2026-01-30T14:09:27Z</dcterms:modified>
</cp:coreProperties>
</file>